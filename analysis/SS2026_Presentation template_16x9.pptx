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86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63D2EC-BA32-F2D1-54E9-1104D1C708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5D7DF-E2BA-1C62-0914-61D93A8855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562B4590-7BE6-F84C-B862-57C456EA9C7A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669B1-C331-E9E9-0270-D9231AB781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BF753-D816-D983-BBB8-F407E0AE13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C806CEF-1302-AD42-B722-9B82F4654C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46CC31-C596-2DE7-053B-5B4B7BF70F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1B0C23-2911-9095-92AC-3CDA30D7C5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8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C125B-A93B-5FCD-1355-C6763332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060"/>
            <a:ext cx="9144000" cy="64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77499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9BD31-CA8C-435D-2D42-A5DBA44F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9E3733-E8D4-F149-A162-0949DB623391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3899C-67B3-FAE3-5533-4D0F4A30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0AE26-FF81-6D7F-5A92-3D465FBE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7186F-D7F1-FD40-B265-55FCF13C44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233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0AD40-8B15-EA74-FD29-D6AA6ED76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24E98-2961-BF45-81C0-8DCE89841AEE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019C-B410-F130-8CEE-DCE71D77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D49D7-720A-F745-8B63-E2EED5B4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6F4B0-A341-DD44-A674-28D31C741E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94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F85637-CC8F-A475-5A1E-801073C2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E07DF-2FBB-9142-9DC6-F284464F6EA0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023C2E-893B-0890-95D6-3661A265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518F2F9-7EFD-D26A-FDAB-A154EA44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4C1D6-7498-E640-902F-3C99AFAB10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695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41C2761-9423-1112-3709-7D12FEE13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4AABD-2C6A-5B45-A3EA-B325CD5EA08B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69F686-0FC7-49B4-1305-AF38EE11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52E30F-198F-9EFA-5A8F-1212E1C4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77B63-6C3D-2649-A5F8-CBD8655552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05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D0BF16B-F33C-F3CA-8694-BC931D771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866CD-AB3B-384F-A2AD-2B32A3F37AFE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F8C9327-BA90-01C3-FBBA-D9726189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1521B8A-DF0D-81B8-0F02-3A8B1C4C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B7FCB9-FD4F-B947-A171-6E2F47B2AC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29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10B72F3-119F-CC76-9F4A-178D4DD0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FF876-A424-7D40-A549-565EEA35425B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89568F6-2718-9E56-7188-F4793498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8B4C37-4A30-2C9A-E10F-B6C30CAB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3FDC3-1458-7244-BC6B-C89F05CEE6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3143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7CEF538-284F-BF4E-2BF0-D1B8BFFCB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3729B-77CE-7343-926A-4BAE503920CE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E22C5B5-4ADF-6BBB-3EB9-6734470E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751274E-A1AB-9832-F051-3E845534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35ABD1-C1D4-C942-9829-0BD8DD1B0D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42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0FDE43-729C-B9EC-66A3-9AFC9970C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EC7DD-7DB4-A945-829D-CE83EE3A5748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F05D1D-3F87-A679-0EB8-E245B3864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7693A3-FD35-4F8B-4B60-5EB569452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6969E-D943-4042-AAC5-FCB9D27190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30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37A98-3361-C923-E29E-12FDCD22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2BB736-B475-0342-8337-06037FA5AFBC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B3BED-B439-261E-2077-DE252504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B2EB0-401F-ECC6-7F6D-CB4C5CE0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5F1821-B462-5D4A-A50F-5558D93C10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265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82BE4-5D0C-A74F-1692-17AB07A81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87419-F5FA-5E48-8194-0A8567C6C82D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B73F4-9A39-E973-A330-DFEEB8D64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78CF3-0DC8-CFE3-4678-2DBAFF5C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E1550-DB4A-6A45-8B8E-CF62B33064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732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2E4CE63-2D1A-AF61-04B7-62EF8C49AC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461DA91-1D97-DAC9-D197-063CCAD766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8B871-CF62-CE5A-E720-D98B2520C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64296C4-DBE3-7040-AEB0-6220C6C829A5}" type="datetimeFigureOut">
              <a:rPr lang="en-US"/>
              <a:pPr>
                <a:defRPr/>
              </a:pPr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15F57-38CB-B03C-EA0C-05FAF64AE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772A6-0718-37BA-7655-DB16B7F9E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A3C7280-C190-A443-A107-2A222B8444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Angie</dc:creator>
  <cp:lastModifiedBy>Ros Hinchcliffe</cp:lastModifiedBy>
  <cp:revision>13</cp:revision>
  <dcterms:created xsi:type="dcterms:W3CDTF">2024-02-21T13:30:06Z</dcterms:created>
  <dcterms:modified xsi:type="dcterms:W3CDTF">2026-04-25T10:00:16Z</dcterms:modified>
</cp:coreProperties>
</file>